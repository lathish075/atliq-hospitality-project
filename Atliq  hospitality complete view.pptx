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thish gajula" userId="215ceb58e9e961a6" providerId="LiveId" clId="{3240CD8B-48A5-4F81-BBE5-4A6861AAFD86}"/>
    <pc:docChg chg="custSel addSld modSld">
      <pc:chgData name="lathish gajula" userId="215ceb58e9e961a6" providerId="LiveId" clId="{3240CD8B-48A5-4F81-BBE5-4A6861AAFD86}" dt="2026-05-17T12:24:09.861" v="52" actId="1076"/>
      <pc:docMkLst>
        <pc:docMk/>
      </pc:docMkLst>
      <pc:sldChg chg="addSp delSp modSp mod">
        <pc:chgData name="lathish gajula" userId="215ceb58e9e961a6" providerId="LiveId" clId="{3240CD8B-48A5-4F81-BBE5-4A6861AAFD86}" dt="2026-05-17T12:24:09.861" v="52" actId="1076"/>
        <pc:sldMkLst>
          <pc:docMk/>
          <pc:sldMk cId="1447494073" sldId="256"/>
        </pc:sldMkLst>
        <pc:spChg chg="del">
          <ac:chgData name="lathish gajula" userId="215ceb58e9e961a6" providerId="LiveId" clId="{3240CD8B-48A5-4F81-BBE5-4A6861AAFD86}" dt="2026-05-17T12:11:27.539" v="0" actId="21"/>
          <ac:spMkLst>
            <pc:docMk/>
            <pc:sldMk cId="1447494073" sldId="256"/>
            <ac:spMk id="2" creationId="{534F9063-68E8-6C7C-9E02-D06F6EB16D20}"/>
          </ac:spMkLst>
        </pc:spChg>
        <pc:spChg chg="del">
          <ac:chgData name="lathish gajula" userId="215ceb58e9e961a6" providerId="LiveId" clId="{3240CD8B-48A5-4F81-BBE5-4A6861AAFD86}" dt="2026-05-17T12:11:30.856" v="1" actId="21"/>
          <ac:spMkLst>
            <pc:docMk/>
            <pc:sldMk cId="1447494073" sldId="256"/>
            <ac:spMk id="3" creationId="{F35DC5B0-E0C4-731C-7702-4132015C1466}"/>
          </ac:spMkLst>
        </pc:spChg>
        <pc:picChg chg="add mod">
          <ac:chgData name="lathish gajula" userId="215ceb58e9e961a6" providerId="LiveId" clId="{3240CD8B-48A5-4F81-BBE5-4A6861AAFD86}" dt="2026-05-17T12:24:09.861" v="52" actId="1076"/>
          <ac:picMkLst>
            <pc:docMk/>
            <pc:sldMk cId="1447494073" sldId="256"/>
            <ac:picMk id="5" creationId="{84E7D9E2-7B50-6620-36F9-DBA725F0060D}"/>
          </ac:picMkLst>
        </pc:picChg>
      </pc:sldChg>
      <pc:sldChg chg="addSp delSp modSp new mod">
        <pc:chgData name="lathish gajula" userId="215ceb58e9e961a6" providerId="LiveId" clId="{3240CD8B-48A5-4F81-BBE5-4A6861AAFD86}" dt="2026-05-17T12:14:05.007" v="23" actId="14100"/>
        <pc:sldMkLst>
          <pc:docMk/>
          <pc:sldMk cId="4162349290" sldId="257"/>
        </pc:sldMkLst>
        <pc:spChg chg="del">
          <ac:chgData name="lathish gajula" userId="215ceb58e9e961a6" providerId="LiveId" clId="{3240CD8B-48A5-4F81-BBE5-4A6861AAFD86}" dt="2026-05-17T12:12:02.618" v="8" actId="21"/>
          <ac:spMkLst>
            <pc:docMk/>
            <pc:sldMk cId="4162349290" sldId="257"/>
            <ac:spMk id="2" creationId="{94F51B1B-D39D-E781-2717-A5D68BADDBD1}"/>
          </ac:spMkLst>
        </pc:spChg>
        <pc:spChg chg="del">
          <ac:chgData name="lathish gajula" userId="215ceb58e9e961a6" providerId="LiveId" clId="{3240CD8B-48A5-4F81-BBE5-4A6861AAFD86}" dt="2026-05-17T12:12:05.433" v="9" actId="21"/>
          <ac:spMkLst>
            <pc:docMk/>
            <pc:sldMk cId="4162349290" sldId="257"/>
            <ac:spMk id="3" creationId="{D53F8334-FF7D-6400-D1E2-8398AF50C8C2}"/>
          </ac:spMkLst>
        </pc:spChg>
        <pc:picChg chg="add del mod">
          <ac:chgData name="lathish gajula" userId="215ceb58e9e961a6" providerId="LiveId" clId="{3240CD8B-48A5-4F81-BBE5-4A6861AAFD86}" dt="2026-05-17T12:13:39.090" v="18" actId="21"/>
          <ac:picMkLst>
            <pc:docMk/>
            <pc:sldMk cId="4162349290" sldId="257"/>
            <ac:picMk id="5" creationId="{DD3960F5-622C-D145-7B8A-FB4383A4A25F}"/>
          </ac:picMkLst>
        </pc:picChg>
        <pc:picChg chg="add mod">
          <ac:chgData name="lathish gajula" userId="215ceb58e9e961a6" providerId="LiveId" clId="{3240CD8B-48A5-4F81-BBE5-4A6861AAFD86}" dt="2026-05-17T12:14:05.007" v="23" actId="14100"/>
          <ac:picMkLst>
            <pc:docMk/>
            <pc:sldMk cId="4162349290" sldId="257"/>
            <ac:picMk id="7" creationId="{7C9CE3C3-0346-2D51-EBDB-00D81B178420}"/>
          </ac:picMkLst>
        </pc:picChg>
      </pc:sldChg>
      <pc:sldChg chg="addSp delSp modSp new mod">
        <pc:chgData name="lathish gajula" userId="215ceb58e9e961a6" providerId="LiveId" clId="{3240CD8B-48A5-4F81-BBE5-4A6861AAFD86}" dt="2026-05-17T12:16:36.044" v="50" actId="1076"/>
        <pc:sldMkLst>
          <pc:docMk/>
          <pc:sldMk cId="1983146431" sldId="258"/>
        </pc:sldMkLst>
        <pc:spChg chg="del">
          <ac:chgData name="lathish gajula" userId="215ceb58e9e961a6" providerId="LiveId" clId="{3240CD8B-48A5-4F81-BBE5-4A6861AAFD86}" dt="2026-05-17T12:14:24.247" v="26" actId="21"/>
          <ac:spMkLst>
            <pc:docMk/>
            <pc:sldMk cId="1983146431" sldId="258"/>
            <ac:spMk id="2" creationId="{7FCAEE4E-D809-F4E7-2377-B4D83D7AB23D}"/>
          </ac:spMkLst>
        </pc:spChg>
        <pc:spChg chg="del">
          <ac:chgData name="lathish gajula" userId="215ceb58e9e961a6" providerId="LiveId" clId="{3240CD8B-48A5-4F81-BBE5-4A6861AAFD86}" dt="2026-05-17T12:14:21.608" v="25" actId="21"/>
          <ac:spMkLst>
            <pc:docMk/>
            <pc:sldMk cId="1983146431" sldId="258"/>
            <ac:spMk id="3" creationId="{C6AF0716-1B26-760F-5780-492DB4F5F1D5}"/>
          </ac:spMkLst>
        </pc:spChg>
        <pc:picChg chg="add mod">
          <ac:chgData name="lathish gajula" userId="215ceb58e9e961a6" providerId="LiveId" clId="{3240CD8B-48A5-4F81-BBE5-4A6861AAFD86}" dt="2026-05-17T12:16:36.044" v="50" actId="1076"/>
          <ac:picMkLst>
            <pc:docMk/>
            <pc:sldMk cId="1983146431" sldId="258"/>
            <ac:picMk id="5" creationId="{3DBD760B-C520-40B0-83D4-584E55908E5C}"/>
          </ac:picMkLst>
        </pc:picChg>
      </pc:sldChg>
      <pc:sldChg chg="addSp delSp modSp new mod">
        <pc:chgData name="lathish gajula" userId="215ceb58e9e961a6" providerId="LiveId" clId="{3240CD8B-48A5-4F81-BBE5-4A6861AAFD86}" dt="2026-05-17T12:15:40.268" v="41" actId="1076"/>
        <pc:sldMkLst>
          <pc:docMk/>
          <pc:sldMk cId="3278396717" sldId="259"/>
        </pc:sldMkLst>
        <pc:spChg chg="del">
          <ac:chgData name="lathish gajula" userId="215ceb58e9e961a6" providerId="LiveId" clId="{3240CD8B-48A5-4F81-BBE5-4A6861AAFD86}" dt="2026-05-17T12:15:10.540" v="36" actId="21"/>
          <ac:spMkLst>
            <pc:docMk/>
            <pc:sldMk cId="3278396717" sldId="259"/>
            <ac:spMk id="2" creationId="{9355F547-CC0F-565B-3C6D-6CC63020D4E2}"/>
          </ac:spMkLst>
        </pc:spChg>
        <pc:spChg chg="del">
          <ac:chgData name="lathish gajula" userId="215ceb58e9e961a6" providerId="LiveId" clId="{3240CD8B-48A5-4F81-BBE5-4A6861AAFD86}" dt="2026-05-17T12:15:07.671" v="35" actId="21"/>
          <ac:spMkLst>
            <pc:docMk/>
            <pc:sldMk cId="3278396717" sldId="259"/>
            <ac:spMk id="3" creationId="{95F5150A-CCC8-50AF-A3D7-5612791EFD82}"/>
          </ac:spMkLst>
        </pc:spChg>
        <pc:picChg chg="add mod">
          <ac:chgData name="lathish gajula" userId="215ceb58e9e961a6" providerId="LiveId" clId="{3240CD8B-48A5-4F81-BBE5-4A6861AAFD86}" dt="2026-05-17T12:15:40.268" v="41" actId="1076"/>
          <ac:picMkLst>
            <pc:docMk/>
            <pc:sldMk cId="3278396717" sldId="259"/>
            <ac:picMk id="5" creationId="{F593DD2A-2ABF-0D69-A9A6-3CFBC4B49BBD}"/>
          </ac:picMkLst>
        </pc:picChg>
      </pc:sldChg>
      <pc:sldChg chg="addSp delSp modSp new mod">
        <pc:chgData name="lathish gajula" userId="215ceb58e9e961a6" providerId="LiveId" clId="{3240CD8B-48A5-4F81-BBE5-4A6861AAFD86}" dt="2026-05-17T12:16:15.289" v="47" actId="14100"/>
        <pc:sldMkLst>
          <pc:docMk/>
          <pc:sldMk cId="2370075826" sldId="260"/>
        </pc:sldMkLst>
        <pc:spChg chg="del">
          <ac:chgData name="lathish gajula" userId="215ceb58e9e961a6" providerId="LiveId" clId="{3240CD8B-48A5-4F81-BBE5-4A6861AAFD86}" dt="2026-05-17T12:16:01.058" v="44" actId="21"/>
          <ac:spMkLst>
            <pc:docMk/>
            <pc:sldMk cId="2370075826" sldId="260"/>
            <ac:spMk id="2" creationId="{BAD378D8-A297-2B06-D5F4-C36C21FEB4E2}"/>
          </ac:spMkLst>
        </pc:spChg>
        <pc:spChg chg="del">
          <ac:chgData name="lathish gajula" userId="215ceb58e9e961a6" providerId="LiveId" clId="{3240CD8B-48A5-4F81-BBE5-4A6861AAFD86}" dt="2026-05-17T12:15:56.701" v="43" actId="21"/>
          <ac:spMkLst>
            <pc:docMk/>
            <pc:sldMk cId="2370075826" sldId="260"/>
            <ac:spMk id="3" creationId="{44AB8417-D04E-E96D-F72F-59D0AE478A3D}"/>
          </ac:spMkLst>
        </pc:spChg>
        <pc:picChg chg="add mod">
          <ac:chgData name="lathish gajula" userId="215ceb58e9e961a6" providerId="LiveId" clId="{3240CD8B-48A5-4F81-BBE5-4A6861AAFD86}" dt="2026-05-17T12:16:15.289" v="47" actId="14100"/>
          <ac:picMkLst>
            <pc:docMk/>
            <pc:sldMk cId="2370075826" sldId="260"/>
            <ac:picMk id="5" creationId="{E640700C-4894-2B7A-42D1-F654C47FCDA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AE22-263E-5B63-36BC-2614EAB5B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6F2EC-77DC-9945-DC96-F707C8279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E38BB-42CB-2BC0-80CA-ABD04080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1D79C-62EF-2DCA-AED2-E57D7DFA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0F261-F55D-0455-032E-8EA83B2A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06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C545-826C-FA5A-BE56-10379875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05E51-E3AD-36A2-6ACC-595A7A178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1FFFA-D9F0-79BA-C40D-53091ADD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985C6-FAE3-9C20-1909-5A9BBBB2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218E4-364A-D9B4-B352-58209DDF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69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C7F4-AE50-6B09-8D04-B7E79410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1A14D-BADC-D209-8E75-206EE2159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33C06-C57C-21C0-4959-25E3E7AD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0E1E5-C593-15C5-490A-46FE2248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E73EC-4C19-824D-D799-16100E13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41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DC6F-D37D-FFA6-4AA7-9CF81D43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E1466-FE3B-8587-E3BA-BF7B96A49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44A4B-C972-CE1F-18D9-AAFF2423B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82B60-563C-1520-DE2D-0EE298C2F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C3DDA-0352-4B5A-EE13-0E98F3DC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2DF12-0D9E-A657-26CB-810313EB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472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F4D9-960D-5EC7-FB5B-CFE2D1BD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83ED5-0945-E28F-DAEC-D1D54A06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9070B-B2AF-FB07-5FAA-0CF13B65C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76508-B5D3-BC6C-92FB-979355C35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CF353-691C-079A-46EF-BD63D9E64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F05E4-10F9-A3E2-B167-6E9E8F81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B3864-360F-FCB1-4E41-BA6AD99B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D37F1-A6E6-300A-DD19-81088A9B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2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C8DD-9194-0317-7D5D-E7A16412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40A42-36EF-A973-B145-D06B66E2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03E53-4FE6-A8B6-E6C9-0A50F0E3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72018-6E58-5430-AB7D-68196D1A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66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558539-6F4F-A842-B113-434065B0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E6BFA-5899-1AA3-79D8-3D38ACED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C19F0-76E1-AB7A-988D-F79F5F0F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3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8145-2460-201A-200E-FA3BC5F1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A11BF-0054-C70E-26BC-ADBAB1003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9D743-75F1-B783-0270-48968F37C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17D5B-5506-15C9-6A53-BC1A7FC3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F00CC-5BDE-0442-4B55-09410857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C0015-E705-51CE-2B41-C8F7379D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38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6B54-7413-5A2A-50C0-18E0F4CE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E5E6A-E9A6-302C-12C4-475B15ECE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4C818-D657-1A01-71EF-CC58BBB2B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63A92-2F6B-0FAA-F326-B445178F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BCE7C-C8CF-1C61-DCF2-7A7240EA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43E66-50B1-D7CD-CF97-417DF5D2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5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6607-79AC-D2CB-7040-600AD2B9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4F774-CD55-F954-D8E8-390D9A095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515B2-059B-A030-4DC3-F54D3A38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1FF18-4D54-3068-2205-F9E41E34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64054-C3F5-A878-A81B-4A317FA6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10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B1579-6684-E9F5-0A01-B14E69716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29A0A-65E6-DCC0-BE59-12778962A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B6B7D-FC69-4064-D1CF-7026D435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EB3B4-FFC9-DCBC-1309-13C79A0F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C13A7-E02D-3A69-5FA7-1F222AFB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62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C1E80-A761-F6E9-378C-E4D9ED99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454FC-1837-D5B1-5581-C247DE215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85BE6-B24F-2065-79DB-12EE44E71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6BE80-101B-4DA5-BF42-D215DF0172A3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56711-F532-33F9-AC9E-96781CAFB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9DFC9-4ED7-71B2-9C6B-40FE7A163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BF369-E417-479F-96DE-9E385603F6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30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E7D9E2-7B50-6620-36F9-DBA725F00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60" y="350732"/>
            <a:ext cx="10989280" cy="615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9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9CE3C3-0346-2D51-EBDB-00D81B178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41" y="174170"/>
            <a:ext cx="11278402" cy="631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4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BD760B-C520-40B0-83D4-584E55908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4" y="315686"/>
            <a:ext cx="11756332" cy="622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4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93DD2A-2ABF-0D69-A9A6-3CFBC4B49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60" y="205470"/>
            <a:ext cx="10900868" cy="64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9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40700C-4894-2B7A-42D1-F654C47FC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8" y="228600"/>
            <a:ext cx="11555699" cy="643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7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lathish gajula</dc:creator>
  <cp:lastModifiedBy>lathish gajula</cp:lastModifiedBy>
  <cp:revision>1</cp:revision>
  <dcterms:created xsi:type="dcterms:W3CDTF">2026-05-17T12:09:49Z</dcterms:created>
  <dcterms:modified xsi:type="dcterms:W3CDTF">2026-05-17T12:24:12Z</dcterms:modified>
</cp:coreProperties>
</file>